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6B915-28EC-7479-0EB4-39F79E7F5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5DDF86-0119-4DAD-8EB8-3FF1EAB23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02B8A2-9993-2085-F0E5-F58700E0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0BA9A8-605E-87E7-A588-DF68EF05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CAC94-3033-FB04-E404-519108D0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106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44A7D-FB4E-B8A8-B613-4ED81412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841C7-BC14-FFCF-2896-F07385F2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16F53F-EB63-2A38-FDBB-C2912661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25B32E-3910-929C-79FA-643D88FE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B72B3-11A5-3DE6-3066-DC24E25C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574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17451-8C79-AA93-A8A7-D94F6639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0255B4-D423-005B-BB58-0892661B0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1C9830-6D9E-9158-AAB8-EF6F3A3C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58FF0F-0564-B80A-2FA6-3A0BAD0A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9DEF7C-DBD2-C311-5CA4-3CC27D89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351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4ED80-FA28-AA8E-E5B2-34F55D17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B1E7C2-9F52-DAAE-9682-677F11CCD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810874-57B1-F041-33C0-69995DC2B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289E1-DF97-1F7F-0611-E69B7B37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42B4E9-E14F-22DC-7D9A-6CC58739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7614CC-4D77-52C6-B99B-5BB9C749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025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266B5-F364-BF67-D38A-E82A796D8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029D2-9A14-04A5-6099-CF73ACBB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D422E2-815A-7C23-BD5A-4A9556ED4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469D2C-6DB1-A6CB-DB08-55CB3AB19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86045F-F7DE-C276-E309-396782D3E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CCD489-3FDC-BE37-7E70-EF8AD2F0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50BBB4-3F48-B64F-576C-17FE8B41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7D4D28-92DB-DDEB-7FFD-E1F9BC72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103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FEE8F-C38E-E9CB-948A-176FAC2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FA9443-2E08-00E8-FE3F-A9A116DE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10B650-3A52-C6FB-18B6-21870016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DFCB26-C7C2-4649-A100-03B7C9AD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429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B67034-6897-AD3C-E947-EF849FA4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99304A-0A11-88D6-C9F5-C6EA2320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9D811D-6FA7-AF24-F75C-236522D4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361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0309F-F781-918A-4E56-E04147CB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C2BF0A-ABC1-10F4-CAED-E10CF0F4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85A12D-FACB-FFA8-56C1-4C4F78C52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81B872-3F77-5BAC-58C6-D3485CE8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A37F61-68AF-7CE8-F81C-5D846EBA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3D25E1-3F30-B5F4-AEBD-917D5941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45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C64CA-7624-380F-9EB1-38275584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799CAE-BF13-CC40-832A-EA27CBAF4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24E566-0B42-4A8D-D99D-ACBE2AFE2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2B2E53-2FB7-EE85-8F48-7955DD7A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517579-EB87-C004-E8B9-79B7DC08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FECA9A-CD1C-973B-1CF6-7F6BC7DD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983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A24D8-67E8-2619-6813-DA9FE045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8C1964-D150-F488-1C0D-EB32EBCFA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CEAECA-9514-4257-6755-D107ED3D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0899EC-2616-4596-55CF-D6A7E806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2CA5D3-A6D4-C618-1E09-512C9C1D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487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702D5F-5468-BD6F-38BC-77C748B94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822EE1-3E60-CB93-6221-89DFC3E70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2FF881-C30C-EEF3-C460-BF929407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7DDB23-B865-BCBD-8F53-3B4CC4F3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CDC23E-5A18-EDBC-47A1-E5C0C84C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414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4C2D77-E74D-DD5A-6FDD-D589D528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412D21-5474-47F7-6321-5A6E08DED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746B0D-7AC2-660C-0AF9-B71F6425E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6DA46-9AFA-4B4C-B416-903BE04E40F5}" type="datetimeFigureOut">
              <a:rPr lang="es-CO" smtClean="0"/>
              <a:t>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67E3F3-ADF1-9ED6-2EF8-9AB6A168F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848CDC-04B7-40BF-F89E-9D10E7BCA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EF3C6-C56D-40E7-BFDD-65D63CB81A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07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BBD129-9F75-53BD-FA8B-6A0DA4B4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740" y="0"/>
            <a:ext cx="6384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545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Anguie Antolinez</dc:creator>
  <cp:lastModifiedBy>Anguie Antolinez</cp:lastModifiedBy>
  <cp:revision>1</cp:revision>
  <dcterms:created xsi:type="dcterms:W3CDTF">2026-06-04T19:56:06Z</dcterms:created>
  <dcterms:modified xsi:type="dcterms:W3CDTF">2026-06-04T19:57:30Z</dcterms:modified>
</cp:coreProperties>
</file>